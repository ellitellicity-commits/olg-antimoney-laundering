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(~20 s)
- Investigators review a huge number of alerts every day.
- Most come from fixed rules: they fire often, but don't say why, or whether it's unusual for that person.
- We built a tool that ranks players by risk and explains every flag.
- Everything you'll see runs on synthetic data we generated. No real player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[0:20–0:50] (~30 s)
- Activity in: bets, deposits, devices, locations (all synthetic).
- Context: every flag compares the player with their own 90-day history AND with peers (same age, income, region; and players who bet like them).
- Detect: transparent rules, peer z-scores, Isolation Forest, and a gradient-boosting model whose SHAP drivers become one more reason.
- Score out of 100: every point comes from a named reason with its numbers.
- Output: one ranked queue across AML, Fraud and Safer Gambling. The investigator decides.
Sources: README.md "How the score works"; docs/VALIDATION.md "AI model (supervised)".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[0:50–1:20] (~30 s)
- Real screenshots of our dashboard running locally on synthetic data (left: the queue; right: the top alert opened).
- 1: one ranked queue across AML, Fraud and Safer Gambling. Every score shows a number, a label and a meter, never colour alone.
- 2: the score with a confidence rating; the alert also lists reasons it may be innocent.
- 3: a case summary written only from computed evidence; every number is checked against the case file. It ends with a recommended next step.
- The investigator decides: Accept, Escalate, Close as explained or Assign, recorded with their name in an audit trail.
- Also built (not shown): Evidence, Activity and Network tabs (linked accounts sharing a device, card or address).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[1:20–1:45] (~25 s)
- 296 alerts from 5,000 synthetic players.
- Only 0.40% of normal players get alerted; fixed-threshold rules flag 2.76%.
- Ranking: the top 25, 50 and 100 alerts are all real planted cases; rules alone get 92%, 96%, 98%.
- Honest caveat: same team built the data and the detectors.
Source for every number: docs/VALIDATION.md ("Dataset", "Prioritisation: precision@k", "False positives"). See deck/SOURCES.md.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[1:45–2:00] (~15 s)
- Roadmap: real Jube case management (today we only have a mock of its API), and a CBN Crash Game feed (data contract is a draft).
- Responsible by design: synthetic data only; the tool recommends, the investigator decides and can override with a reason; no score without its reasons.
- Thank you.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deck</dc:title>
  <dc:subject>PptxGenJS Presentation</dc:subject>
  <dc:creator/>
  <cp:lastModifiedBy/>
  <cp:revision>1</cp:revision>
  <dcterms:created xsi:type="dcterms:W3CDTF">2026-10-16T15:14:19Z</dcterms:created>
  <dcterms:modified xsi:type="dcterms:W3CDTF">2026-10-16T15:14:19Z</dcterms:modified>
</cp:coreProperties>
</file>